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Auzāne" userId="57d27cd4e7da16d6" providerId="LiveId" clId="{C5D88D2E-37B6-4C75-BF41-F30B55700557}"/>
    <pc:docChg chg="custSel addSld delSld modSld">
      <pc:chgData name="Paula Auzāne" userId="57d27cd4e7da16d6" providerId="LiveId" clId="{C5D88D2E-37B6-4C75-BF41-F30B55700557}" dt="2026-10-06T06:53:07.890" v="955" actId="20577"/>
      <pc:docMkLst>
        <pc:docMk/>
      </pc:docMkLst>
      <pc:sldChg chg="modSp new mod">
        <pc:chgData name="Paula Auzāne" userId="57d27cd4e7da16d6" providerId="LiveId" clId="{C5D88D2E-37B6-4C75-BF41-F30B55700557}" dt="2026-10-05T12:22:38.211" v="47" actId="20577"/>
        <pc:sldMkLst>
          <pc:docMk/>
          <pc:sldMk cId="221778212" sldId="256"/>
        </pc:sldMkLst>
        <pc:spChg chg="mod">
          <ac:chgData name="Paula Auzāne" userId="57d27cd4e7da16d6" providerId="LiveId" clId="{C5D88D2E-37B6-4C75-BF41-F30B55700557}" dt="2026-10-05T12:22:38.211" v="47" actId="20577"/>
          <ac:spMkLst>
            <pc:docMk/>
            <pc:sldMk cId="221778212" sldId="256"/>
            <ac:spMk id="2" creationId="{79235560-A0C8-50CF-2DB7-0E1C79E62817}"/>
          </ac:spMkLst>
        </pc:spChg>
        <pc:spChg chg="mod">
          <ac:chgData name="Paula Auzāne" userId="57d27cd4e7da16d6" providerId="LiveId" clId="{C5D88D2E-37B6-4C75-BF41-F30B55700557}" dt="2026-10-05T12:22:26.818" v="45" actId="20577"/>
          <ac:spMkLst>
            <pc:docMk/>
            <pc:sldMk cId="221778212" sldId="256"/>
            <ac:spMk id="3" creationId="{AC3E025D-A841-B12A-59FF-8B4C14AD1622}"/>
          </ac:spMkLst>
        </pc:spChg>
      </pc:sldChg>
      <pc:sldChg chg="addSp delSp modSp new mod">
        <pc:chgData name="Paula Auzāne" userId="57d27cd4e7da16d6" providerId="LiveId" clId="{C5D88D2E-37B6-4C75-BF41-F30B55700557}" dt="2026-10-05T12:30:34.402" v="468" actId="20577"/>
        <pc:sldMkLst>
          <pc:docMk/>
          <pc:sldMk cId="3477541450" sldId="257"/>
        </pc:sldMkLst>
        <pc:spChg chg="mod">
          <ac:chgData name="Paula Auzāne" userId="57d27cd4e7da16d6" providerId="LiveId" clId="{C5D88D2E-37B6-4C75-BF41-F30B55700557}" dt="2026-10-05T12:23:10.855" v="88" actId="20577"/>
          <ac:spMkLst>
            <pc:docMk/>
            <pc:sldMk cId="3477541450" sldId="257"/>
            <ac:spMk id="2" creationId="{04BB8A3D-1385-B31F-C6EC-B3185C96C5F4}"/>
          </ac:spMkLst>
        </pc:spChg>
        <pc:spChg chg="del">
          <ac:chgData name="Paula Auzāne" userId="57d27cd4e7da16d6" providerId="LiveId" clId="{C5D88D2E-37B6-4C75-BF41-F30B55700557}" dt="2026-10-05T12:23:06.982" v="80" actId="22"/>
          <ac:spMkLst>
            <pc:docMk/>
            <pc:sldMk cId="3477541450" sldId="257"/>
            <ac:spMk id="3" creationId="{CE16F950-E97D-D492-090B-AA2C2DA35354}"/>
          </ac:spMkLst>
        </pc:spChg>
        <pc:spChg chg="add mod">
          <ac:chgData name="Paula Auzāne" userId="57d27cd4e7da16d6" providerId="LiveId" clId="{C5D88D2E-37B6-4C75-BF41-F30B55700557}" dt="2026-10-05T12:30:34.402" v="468" actId="20577"/>
          <ac:spMkLst>
            <pc:docMk/>
            <pc:sldMk cId="3477541450" sldId="257"/>
            <ac:spMk id="6" creationId="{E577CF3E-E706-82DD-73A3-5CC13773271B}"/>
          </ac:spMkLst>
        </pc:spChg>
        <pc:picChg chg="add mod ord">
          <ac:chgData name="Paula Auzāne" userId="57d27cd4e7da16d6" providerId="LiveId" clId="{C5D88D2E-37B6-4C75-BF41-F30B55700557}" dt="2026-10-05T12:23:16.945" v="90" actId="1076"/>
          <ac:picMkLst>
            <pc:docMk/>
            <pc:sldMk cId="3477541450" sldId="257"/>
            <ac:picMk id="5" creationId="{0D4D37AD-7E9D-D442-0534-ED1BD0B39D81}"/>
          </ac:picMkLst>
        </pc:picChg>
      </pc:sldChg>
      <pc:sldChg chg="addSp delSp modSp new mod">
        <pc:chgData name="Paula Auzāne" userId="57d27cd4e7da16d6" providerId="LiveId" clId="{C5D88D2E-37B6-4C75-BF41-F30B55700557}" dt="2026-10-06T06:18:16.269" v="664" actId="20577"/>
        <pc:sldMkLst>
          <pc:docMk/>
          <pc:sldMk cId="693406869" sldId="258"/>
        </pc:sldMkLst>
        <pc:spChg chg="mod">
          <ac:chgData name="Paula Auzāne" userId="57d27cd4e7da16d6" providerId="LiveId" clId="{C5D88D2E-37B6-4C75-BF41-F30B55700557}" dt="2026-10-05T17:16:04.017" v="488" actId="20577"/>
          <ac:spMkLst>
            <pc:docMk/>
            <pc:sldMk cId="693406869" sldId="258"/>
            <ac:spMk id="2" creationId="{A9485707-EC03-2E54-9CD4-FD933E92FEDC}"/>
          </ac:spMkLst>
        </pc:spChg>
        <pc:spChg chg="del">
          <ac:chgData name="Paula Auzāne" userId="57d27cd4e7da16d6" providerId="LiveId" clId="{C5D88D2E-37B6-4C75-BF41-F30B55700557}" dt="2026-10-05T17:51:27.112" v="489" actId="22"/>
          <ac:spMkLst>
            <pc:docMk/>
            <pc:sldMk cId="693406869" sldId="258"/>
            <ac:spMk id="3" creationId="{CBC53173-E70C-3B5F-BB29-A74D152D72E5}"/>
          </ac:spMkLst>
        </pc:spChg>
        <pc:spChg chg="add mod">
          <ac:chgData name="Paula Auzāne" userId="57d27cd4e7da16d6" providerId="LiveId" clId="{C5D88D2E-37B6-4C75-BF41-F30B55700557}" dt="2026-10-06T06:18:16.269" v="664" actId="20577"/>
          <ac:spMkLst>
            <pc:docMk/>
            <pc:sldMk cId="693406869" sldId="258"/>
            <ac:spMk id="7" creationId="{B83D8AF2-73F1-5EF9-73C7-7BB327BF6389}"/>
          </ac:spMkLst>
        </pc:spChg>
        <pc:picChg chg="add del mod ord">
          <ac:chgData name="Paula Auzāne" userId="57d27cd4e7da16d6" providerId="LiveId" clId="{C5D88D2E-37B6-4C75-BF41-F30B55700557}" dt="2026-10-05T17:52:08.035" v="490" actId="478"/>
          <ac:picMkLst>
            <pc:docMk/>
            <pc:sldMk cId="693406869" sldId="258"/>
            <ac:picMk id="5" creationId="{DFABB846-DA25-FC12-5DEE-B184111A17B7}"/>
          </ac:picMkLst>
        </pc:picChg>
        <pc:picChg chg="add mod">
          <ac:chgData name="Paula Auzāne" userId="57d27cd4e7da16d6" providerId="LiveId" clId="{C5D88D2E-37B6-4C75-BF41-F30B55700557}" dt="2026-10-05T17:52:12.333" v="492" actId="1076"/>
          <ac:picMkLst>
            <pc:docMk/>
            <pc:sldMk cId="693406869" sldId="258"/>
            <ac:picMk id="9" creationId="{B6C25B66-A517-38C7-A00C-C79FD6C33694}"/>
          </ac:picMkLst>
        </pc:picChg>
      </pc:sldChg>
      <pc:sldChg chg="addSp delSp modSp add mod">
        <pc:chgData name="Paula Auzāne" userId="57d27cd4e7da16d6" providerId="LiveId" clId="{C5D88D2E-37B6-4C75-BF41-F30B55700557}" dt="2026-10-06T06:20:02.380" v="783" actId="20577"/>
        <pc:sldMkLst>
          <pc:docMk/>
          <pc:sldMk cId="1586597916" sldId="259"/>
        </pc:sldMkLst>
        <pc:spChg chg="mod">
          <ac:chgData name="Paula Auzāne" userId="57d27cd4e7da16d6" providerId="LiveId" clId="{C5D88D2E-37B6-4C75-BF41-F30B55700557}" dt="2026-10-06T06:20:02.380" v="783" actId="20577"/>
          <ac:spMkLst>
            <pc:docMk/>
            <pc:sldMk cId="1586597916" sldId="259"/>
            <ac:spMk id="7" creationId="{746C4095-626F-2F56-C13C-573009FF1FA5}"/>
          </ac:spMkLst>
        </pc:spChg>
        <pc:picChg chg="add mod">
          <ac:chgData name="Paula Auzāne" userId="57d27cd4e7da16d6" providerId="LiveId" clId="{C5D88D2E-37B6-4C75-BF41-F30B55700557}" dt="2026-10-05T17:54:05.920" v="496" actId="1076"/>
          <ac:picMkLst>
            <pc:docMk/>
            <pc:sldMk cId="1586597916" sldId="259"/>
            <ac:picMk id="4" creationId="{0045F9F2-4DF4-FAD3-A1C9-CA465424233A}"/>
          </ac:picMkLst>
        </pc:picChg>
        <pc:picChg chg="del">
          <ac:chgData name="Paula Auzāne" userId="57d27cd4e7da16d6" providerId="LiveId" clId="{C5D88D2E-37B6-4C75-BF41-F30B55700557}" dt="2026-10-05T17:53:26.535" v="494" actId="478"/>
          <ac:picMkLst>
            <pc:docMk/>
            <pc:sldMk cId="1586597916" sldId="259"/>
            <ac:picMk id="9" creationId="{2C2B3AD4-D25A-48E2-E9D8-F040A51101A0}"/>
          </ac:picMkLst>
        </pc:picChg>
      </pc:sldChg>
      <pc:sldChg chg="addSp delSp modSp new mod">
        <pc:chgData name="Paula Auzāne" userId="57d27cd4e7da16d6" providerId="LiveId" clId="{C5D88D2E-37B6-4C75-BF41-F30B55700557}" dt="2026-10-06T06:21:07.940" v="854" actId="1076"/>
        <pc:sldMkLst>
          <pc:docMk/>
          <pc:sldMk cId="1073885140" sldId="260"/>
        </pc:sldMkLst>
        <pc:spChg chg="del">
          <ac:chgData name="Paula Auzāne" userId="57d27cd4e7da16d6" providerId="LiveId" clId="{C5D88D2E-37B6-4C75-BF41-F30B55700557}" dt="2026-10-06T06:20:16.136" v="784" actId="478"/>
          <ac:spMkLst>
            <pc:docMk/>
            <pc:sldMk cId="1073885140" sldId="260"/>
            <ac:spMk id="2" creationId="{774E40F6-8B6A-EE22-BB9A-E6ECBC98AF56}"/>
          </ac:spMkLst>
        </pc:spChg>
        <pc:spChg chg="add mod">
          <ac:chgData name="Paula Auzāne" userId="57d27cd4e7da16d6" providerId="LiveId" clId="{C5D88D2E-37B6-4C75-BF41-F30B55700557}" dt="2026-10-06T06:21:07.940" v="854" actId="1076"/>
          <ac:spMkLst>
            <pc:docMk/>
            <pc:sldMk cId="1073885140" sldId="260"/>
            <ac:spMk id="3" creationId="{1E9DC559-28DD-4018-BE96-978A4B702F76}"/>
          </ac:spMkLst>
        </pc:spChg>
        <pc:spChg chg="del">
          <ac:chgData name="Paula Auzāne" userId="57d27cd4e7da16d6" providerId="LiveId" clId="{C5D88D2E-37B6-4C75-BF41-F30B55700557}" dt="2026-10-05T17:54:10.516" v="498" actId="22"/>
          <ac:spMkLst>
            <pc:docMk/>
            <pc:sldMk cId="1073885140" sldId="260"/>
            <ac:spMk id="3" creationId="{37D2CAD1-90CD-A2F0-87E2-D58410947EB1}"/>
          </ac:spMkLst>
        </pc:spChg>
        <pc:picChg chg="add mod ord">
          <ac:chgData name="Paula Auzāne" userId="57d27cd4e7da16d6" providerId="LiveId" clId="{C5D88D2E-37B6-4C75-BF41-F30B55700557}" dt="2026-10-05T17:54:10.516" v="498" actId="22"/>
          <ac:picMkLst>
            <pc:docMk/>
            <pc:sldMk cId="1073885140" sldId="260"/>
            <ac:picMk id="5" creationId="{7216C8C1-E82E-D0C5-4941-D873A978E917}"/>
          </ac:picMkLst>
        </pc:picChg>
      </pc:sldChg>
      <pc:sldChg chg="addSp delSp modSp new mod">
        <pc:chgData name="Paula Auzāne" userId="57d27cd4e7da16d6" providerId="LiveId" clId="{C5D88D2E-37B6-4C75-BF41-F30B55700557}" dt="2026-10-06T06:53:07.890" v="955" actId="20577"/>
        <pc:sldMkLst>
          <pc:docMk/>
          <pc:sldMk cId="487382081" sldId="261"/>
        </pc:sldMkLst>
        <pc:spChg chg="del">
          <ac:chgData name="Paula Auzāne" userId="57d27cd4e7da16d6" providerId="LiveId" clId="{C5D88D2E-37B6-4C75-BF41-F30B55700557}" dt="2026-10-06T06:21:13.577" v="855" actId="478"/>
          <ac:spMkLst>
            <pc:docMk/>
            <pc:sldMk cId="487382081" sldId="261"/>
            <ac:spMk id="2" creationId="{E061A838-5E91-5830-6EE1-CBC151CC11D2}"/>
          </ac:spMkLst>
        </pc:spChg>
        <pc:spChg chg="del">
          <ac:chgData name="Paula Auzāne" userId="57d27cd4e7da16d6" providerId="LiveId" clId="{C5D88D2E-37B6-4C75-BF41-F30B55700557}" dt="2026-10-05T17:55:10.176" v="500" actId="22"/>
          <ac:spMkLst>
            <pc:docMk/>
            <pc:sldMk cId="487382081" sldId="261"/>
            <ac:spMk id="3" creationId="{C15C3840-A6B9-69FC-0803-BCA4130C61DE}"/>
          </ac:spMkLst>
        </pc:spChg>
        <pc:spChg chg="add mod">
          <ac:chgData name="Paula Auzāne" userId="57d27cd4e7da16d6" providerId="LiveId" clId="{C5D88D2E-37B6-4C75-BF41-F30B55700557}" dt="2026-10-06T06:53:07.890" v="955" actId="20577"/>
          <ac:spMkLst>
            <pc:docMk/>
            <pc:sldMk cId="487382081" sldId="261"/>
            <ac:spMk id="4" creationId="{293FB7A6-6B3F-B9C2-5D28-3F3C8B0262C4}"/>
          </ac:spMkLst>
        </pc:spChg>
        <pc:picChg chg="add mod ord">
          <ac:chgData name="Paula Auzāne" userId="57d27cd4e7da16d6" providerId="LiveId" clId="{C5D88D2E-37B6-4C75-BF41-F30B55700557}" dt="2026-10-05T17:55:10.176" v="500" actId="22"/>
          <ac:picMkLst>
            <pc:docMk/>
            <pc:sldMk cId="487382081" sldId="261"/>
            <ac:picMk id="5" creationId="{E4837BF3-6EE7-F258-0CD4-4AFFE294D490}"/>
          </ac:picMkLst>
        </pc:picChg>
      </pc:sldChg>
      <pc:sldChg chg="new del">
        <pc:chgData name="Paula Auzāne" userId="57d27cd4e7da16d6" providerId="LiveId" clId="{C5D88D2E-37B6-4C75-BF41-F30B55700557}" dt="2026-10-06T06:53:00.135" v="941" actId="2696"/>
        <pc:sldMkLst>
          <pc:docMk/>
          <pc:sldMk cId="2363004346" sldId="262"/>
        </pc:sldMkLst>
      </pc:sldChg>
      <pc:sldChg chg="modSp new del mod">
        <pc:chgData name="Paula Auzāne" userId="57d27cd4e7da16d6" providerId="LiveId" clId="{C5D88D2E-37B6-4C75-BF41-F30B55700557}" dt="2026-10-06T06:53:02.215" v="942" actId="2696"/>
        <pc:sldMkLst>
          <pc:docMk/>
          <pc:sldMk cId="3920539176" sldId="263"/>
        </pc:sldMkLst>
        <pc:spChg chg="mod">
          <ac:chgData name="Paula Auzāne" userId="57d27cd4e7da16d6" providerId="LiveId" clId="{C5D88D2E-37B6-4C75-BF41-F30B55700557}" dt="2026-10-06T06:52:56.412" v="940" actId="20577"/>
          <ac:spMkLst>
            <pc:docMk/>
            <pc:sldMk cId="3920539176" sldId="263"/>
            <ac:spMk id="2" creationId="{FB1D93FA-945A-E316-74E5-9C492B603E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51397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75699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8407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5361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6972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71765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92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6368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7345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0868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91612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09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189693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92786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828613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60733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01060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B5824A6-8B8D-4EA3-9113-3A2C23D48657}" type="datetimeFigureOut">
              <a:rPr lang="lv-LV" smtClean="0"/>
              <a:t>06.10.2026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A57F6-85EF-4BB7-83CA-7E90760B59E1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26236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5560-A0C8-50CF-2DB7-0E1C79E62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b="1" dirty="0" err="1"/>
              <a:t>AuraDB</a:t>
            </a:r>
            <a:r>
              <a:rPr lang="lv-LV" b="1" dirty="0"/>
              <a:t> </a:t>
            </a:r>
            <a:r>
              <a:rPr lang="lv-LV" b="1" dirty="0" err="1"/>
              <a:t>Knowledge</a:t>
            </a:r>
            <a:r>
              <a:rPr lang="lv-LV" b="1" dirty="0"/>
              <a:t> </a:t>
            </a:r>
            <a:r>
              <a:rPr lang="lv-LV" b="1" dirty="0" err="1"/>
              <a:t>Graph</a:t>
            </a:r>
            <a:r>
              <a:rPr lang="lv-LV" b="1" dirty="0"/>
              <a:t> </a:t>
            </a:r>
            <a:r>
              <a:rPr lang="lv-LV" b="1" dirty="0" err="1"/>
              <a:t>Creation</a:t>
            </a:r>
            <a:endParaRPr lang="lv-LV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E025D-A841-B12A-59FF-8B4C14AD1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Paula Auzāne, digital humanities, year 1</a:t>
            </a:r>
            <a:endParaRPr lang="lv-LV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2ADC64-1E0A-6B9D-E9FE-A4304DDD3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1700" y="3307325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A3D-1385-B31F-C6EC-B3185C96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initial schema created by AI</a:t>
            </a:r>
            <a:endParaRPr lang="lv-LV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D37AD-7E9D-D442-0534-ED1BD0B39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192" y="1485133"/>
            <a:ext cx="6034821" cy="5372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77CF3E-E706-82DD-73A3-5CC13773271B}"/>
              </a:ext>
            </a:extLst>
          </p:cNvPr>
          <p:cNvSpPr txBox="1"/>
          <p:nvPr/>
        </p:nvSpPr>
        <p:spPr>
          <a:xfrm>
            <a:off x="9026013" y="1724135"/>
            <a:ext cx="325602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Legend:</a:t>
            </a:r>
          </a:p>
          <a:p>
            <a:r>
              <a:rPr lang="en-GB" dirty="0"/>
              <a:t>The Study Programme</a:t>
            </a:r>
          </a:p>
          <a:p>
            <a:r>
              <a:rPr lang="en-GB" dirty="0"/>
              <a:t>belongs to a Study Field</a:t>
            </a:r>
          </a:p>
          <a:p>
            <a:r>
              <a:rPr lang="en-GB" dirty="0"/>
              <a:t>(HAS_STUDY_FIELD)</a:t>
            </a:r>
          </a:p>
          <a:p>
            <a:r>
              <a:rPr lang="en-GB" dirty="0"/>
              <a:t>The Study Programme</a:t>
            </a:r>
          </a:p>
          <a:p>
            <a:r>
              <a:rPr lang="en-GB" dirty="0"/>
              <a:t>offers courses</a:t>
            </a:r>
          </a:p>
          <a:p>
            <a:r>
              <a:rPr lang="en-GB" dirty="0"/>
              <a:t>(OFFERS_COURSE)</a:t>
            </a:r>
          </a:p>
          <a:p>
            <a:r>
              <a:rPr lang="en-GB" dirty="0"/>
              <a:t>The Course has Topics</a:t>
            </a:r>
          </a:p>
          <a:p>
            <a:r>
              <a:rPr lang="en-GB" dirty="0"/>
              <a:t>and Learning Outcomes</a:t>
            </a:r>
          </a:p>
          <a:p>
            <a:r>
              <a:rPr lang="en-GB" dirty="0"/>
              <a:t>(HAS_TOPIC and</a:t>
            </a:r>
          </a:p>
          <a:p>
            <a:r>
              <a:rPr lang="en-GB" dirty="0"/>
              <a:t>HAS_LEARNING_OUTCOME)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47754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85707-EC03-2E54-9CD4-FD933E92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Querying the data</a:t>
            </a:r>
            <a:endParaRPr lang="lv-LV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3D8AF2-73F1-5EF9-73C7-7BB327BF6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First, a simple query returning the count of courses*.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1200" dirty="0"/>
              <a:t>*Disclaimer: I used AI to help me with the syntax of this and other queries.</a:t>
            </a:r>
            <a:endParaRPr lang="lv-LV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C25B66-A517-38C7-A00C-C79FD6C3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88" y="3100166"/>
            <a:ext cx="8626588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0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56D4-0245-7489-A948-0EB419F1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C544-6F70-C35D-9067-2D08C91C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Querying the data</a:t>
            </a:r>
            <a:endParaRPr lang="lv-LV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6C4095-626F-2F56-C13C-573009FF1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3655501" cy="4195481"/>
          </a:xfrm>
        </p:spPr>
        <p:txBody>
          <a:bodyPr/>
          <a:lstStyle/>
          <a:p>
            <a:r>
              <a:rPr lang="en-GB" dirty="0"/>
              <a:t>Then, a query that orders the courses alphabetically, limiting the count of courses to 10.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5F9F2-4DF4-FAD3-A1C9-CA4654242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044" y="1152983"/>
            <a:ext cx="5997460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9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16C8C1-E82E-D0C5-4941-D873A978E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525" y="2302509"/>
            <a:ext cx="8382726" cy="3696020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1E9DC559-28DD-4018-BE96-978A4B702F76}"/>
              </a:ext>
            </a:extLst>
          </p:cNvPr>
          <p:cNvSpPr txBox="1">
            <a:spLocks/>
          </p:cNvSpPr>
          <p:nvPr/>
        </p:nvSpPr>
        <p:spPr>
          <a:xfrm>
            <a:off x="1148505" y="859471"/>
            <a:ext cx="8856766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/>
              <a:t>A query that returns the program title and the course title 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07388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837BF3-6EE7-F258-0CD4-4AFFE294D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421" y="2504456"/>
            <a:ext cx="8458933" cy="3292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3FB7A6-6B3F-B9C2-5D28-3F3C8B0262C4}"/>
              </a:ext>
            </a:extLst>
          </p:cNvPr>
          <p:cNvSpPr txBox="1"/>
          <p:nvPr/>
        </p:nvSpPr>
        <p:spPr>
          <a:xfrm>
            <a:off x="1347421" y="10614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And finally, a query that returns the study courses containing the word “data”</a:t>
            </a:r>
            <a:endParaRPr lang="lv-LV" sz="1800" dirty="0"/>
          </a:p>
        </p:txBody>
      </p:sp>
    </p:spTree>
    <p:extLst>
      <p:ext uri="{BB962C8B-B14F-4D97-AF65-F5344CB8AC3E}">
        <p14:creationId xmlns:p14="http://schemas.microsoft.com/office/powerpoint/2010/main" val="4873820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122</TotalTime>
  <Words>143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AuraDB Knowledge Graph Creation</vt:lpstr>
      <vt:lpstr>The initial schema created by AI</vt:lpstr>
      <vt:lpstr>Querying the data</vt:lpstr>
      <vt:lpstr>Querying the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Auzāne</dc:creator>
  <cp:lastModifiedBy>Paula Auzāne</cp:lastModifiedBy>
  <cp:revision>1</cp:revision>
  <dcterms:created xsi:type="dcterms:W3CDTF">2026-10-05T12:22:11Z</dcterms:created>
  <dcterms:modified xsi:type="dcterms:W3CDTF">2026-10-06T06:53:36Z</dcterms:modified>
</cp:coreProperties>
</file>